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34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340"/>
                </a:solidFill>
                <a:latin typeface="Calibri"/>
              </a:rPr>
              <a:t>Churn rate by contract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2B2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3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52.4</c:v>
                </c:pt>
                <c:pt idx="1">
                  <c:v>11.2</c:v>
                </c:pt>
                <c:pt idx="2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3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3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&amp; Prediction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SQL Server cleaning to a Power BI dashboard and a churn-risk model for new customers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474720"/>
            <a:ext cx="1097280" cy="54864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Jaskar Jeyabalan  |  SQL Server · Power BI · Python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28.8% of customers with a known outcome have churned</a:t>
            </a:r>
            <a:endParaRPr lang="en-US" sz="2600" dirty="0"/>
          </a:p>
        </p:txBody>
      </p:sp>
      <p:pic>
        <p:nvPicPr>
          <p:cNvPr id="3" name="Image 0" descr="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486400" cy="30906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309360" y="1234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6,418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the data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1,732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(6,007 had a known outcome)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2971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joiners, scored by the model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= churned / (churned + stayed). Joiners are excluded because their outcome is not known yet.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 churn 19x more than two-year contracts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4754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577840" y="13716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customers churn at 42.5%, against 20.8% for DSL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Mailed-check payers churn at 42.9%, against 16.2% for credit card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over 50 churn at 33.3%, the highest age group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a security or protection add-on churn far more than those who have one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cause 44% of churn: better devices and better offers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competitor-related (44%)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attitude of support staff (17%)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371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dissatisfaction (17%)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(11%)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3832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single reasons: competitor had better devices (289) and made a better offer (274).</a:t>
            </a:r>
            <a:endParaRPr lang="en-US" sz="1400" dirty="0"/>
          </a:p>
        </p:txBody>
      </p:sp>
      <p:pic>
        <p:nvPicPr>
          <p:cNvPr id="12" name="Image 0" descr="Churn_Rea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71600"/>
            <a:ext cx="3017520" cy="20574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669280" y="3520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page: hover a churn category on the dashboard to see its reasons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finds 77% of churners (ROC-AUC 0.87)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C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42032" y="12801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C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42032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542032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26864" y="12801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C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11696" y="12801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C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11696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4320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6,007 customers with a known outcome; tested on a held-out 20% (stratified, 5-fold cross-validated)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Logistic Regression, Random Forest and Gradient Boosting; Logistic Regression tied for best and is easiest to explain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lifetime-total charge columns: they made 92% of new customers look like churners (378 of 411), now 215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 of 411 new customers are flagged as likely to churn</a:t>
            </a:r>
            <a:endParaRPr lang="en-US" sz="2600" dirty="0"/>
          </a:p>
        </p:txBody>
      </p:sp>
      <p:pic>
        <p:nvPicPr>
          <p:cNvPr id="3" name="Image 0" descr="Churn_Predi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394960" cy="30266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0" y="132588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of the 215 are on month-to-month contracts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female, 69 male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groups: Maharashtra, Bihar, Andhra Pradesh and Tamil Nadu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 has a churn probability and risk band, so the team can start with the highest risk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 are 89% month-to-month, so a high flag rate is expected. Use the scores to prioritise outreach.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customers off month-to-month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904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discounts for 1-year plans: 52% churn vs 11%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48640" cy="54864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057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competitor offers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4048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devices, offers and data drive 44% of churn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48640" cy="54864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support quality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3192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attitude is behind 17% of churn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548640" cy="54864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flagged customers first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233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215, highest probability first, and refresh the scores monthly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 &amp; Prediction</dc:title>
  <dc:subject>PptxGenJS Presentation</dc:subject>
  <dc:creator>Jaskar Jeyabalan</dc:creator>
  <cp:lastModifiedBy>Jaskar Jeyabalan</cp:lastModifiedBy>
  <cp:revision>1</cp:revision>
  <dcterms:created xsi:type="dcterms:W3CDTF">2026-10-18T16:54:52Z</dcterms:created>
  <dcterms:modified xsi:type="dcterms:W3CDTF">2026-10-18T16:54:52Z</dcterms:modified>
</cp:coreProperties>
</file>